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Introduce: intern on Danny's team; project = end-to-end redesign of how AI use-case ideas enter, get governance-checked, and reach the AI Hub. One sentence on the principle: automation gathers and cites; every decision stays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in the reviewers' terms (Hub drowning in noise) and the submitters' terms (no idea what to provide). Then the one-line mandate.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Emphasize: stages 2-3 happen DURING the conversation (rev D) — submitters fix issues before submitting. Then three properties that make it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project. Left: the actual flag card a submitter sees mid-conversation. Right: the three-part trust model. Say: 'inform, never block' — the submitter chose to proceed, and that choice travels to reviewers.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top to bottom. Teal rows run today — that's the live demo. Coral rows are provisioning requests with the integration seams already stubbed and tested. Architecture reviewed with EA (C#, Durable Functions, Event Grid per their direction).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real terminal output from the tagged prototype (prototype-tier1-v1). Offer the live demo after — it runs in under a minute. Mention: invalid input is rejected with exact locations; the pipeline validates its own output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Story: manager floated real-time flagging mid-project; I mapped it as a design revision, prototyped the experience, and it was confirmed as the build target. Advisory vs authoritative distinction matters for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the clickable demo — full role-switchable walkthrough. The supervisor surface: the state machine waited on a decision that had no screen until design review caught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row is deliberate: proactively disclosing a flaw in an active rule, with the fix designed. Sets up the 'what I learned' close — honest engineering was rewarded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window: the orchestrator is the current build; LLM integration is gated on provisioning, and the seams are tested. The handoff discipline (deliberate deferral, documented decisions) is the insurance.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offer of the live demo — demo.ps1 plus the clickable UI. Thank Danny and the teams by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StateFund · Degree Plus Internship · Summer 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Idea Intake &amp;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Pipeline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static form to a governed, conversational pipeline for AI use-case ideas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22334F"/>
          </a:solidFill>
          <a:ln w="9525">
            <a:solidFill>
              <a:srgbClr val="3A4A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7091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retrieves, flags, and cites — humans decide.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97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 Rezaei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started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static OneTrust form, and everything downstream of it done by hand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6F7F9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77440"/>
            <a:ext cx="502920" cy="50292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Half-baked submissions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033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Submitters didn't know what reviewers needed — key answers missing, governance issues discovered late, ideas bounced back.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6F7F9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377440"/>
            <a:ext cx="502920" cy="50292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1089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triage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7033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idea read, checked against governance tenets, and cross-referenced by hand — slow, inconsistent, and hard to audit.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6F7F9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377440"/>
            <a:ext cx="502920" cy="50292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1089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record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7033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Ideas, decisions, and reasons scattered across forms, emails, and memory. Duplicates re-reviewed. No demand data for planning.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rebuild intake so ideas arrive complete, governance-checked, deduplicated — and every decision is traceable.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conversation in — one governed, auditable decision out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E6EEFB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871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completes a rigid schema through natural chat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624328" y="30358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9504" y="228600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DF6EC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4871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29718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flags raised live, with verbatim citations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873752" y="30358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38928" y="228600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21808" y="24871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321808" y="29718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Version-stamped envelope: models, prompts, ruleset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23176" y="30358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88352" y="228600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E8ECF3"/>
          </a:solidFill>
          <a:ln w="12700">
            <a:solidFill>
              <a:srgbClr val="1623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71232" y="24871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71232" y="29718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Supervisor, then EA, then AI Hub — all human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0358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37776" y="228600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EDF7F0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20656" y="24871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72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820656" y="29718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inventory + demand data for planning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800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surfaced in-chat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1663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prior ideas shown with outcomes — submitter links or differentiates before anyone reviews.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4800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inform, never block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51663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idea is stopped by automation. Issues are raised, responses recorded, reviewers see both.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4800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reproducible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51663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envelope stamps schema, prompt, model, and ruleset versions — any flag can be re-derived.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you can audit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flag quotes the governing rule and the submitter's own words — byte-exact, version-stamped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5836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BD9BC"/>
            </a:solidFill>
            <a:prstDash val="solid"/>
          </a:ln>
          <a:effectLst>
            <a:outerShdw sx="100000" sy="100000" kx="0" ky="0" algn="bl" rotWithShape="0" blurRad="76200" dist="25400" dir="5400000">
              <a:srgbClr val="1623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82296" cy="3657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94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Reviewers will look at this  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AI-AP-01 · deterministic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97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GOVERNING LANGUAGE · AI APPETITE TENETS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0120" y="2999232"/>
            <a:ext cx="5943600" cy="868680"/>
          </a:xfrm>
          <a:prstGeom prst="roundRect">
            <a:avLst>
              <a:gd name="adj" fmla="val 5263"/>
            </a:avLst>
          </a:prstGeom>
          <a:solidFill>
            <a:srgbClr val="FAFAF8"/>
          </a:solidFill>
          <a:ln w="9525">
            <a:solidFill>
              <a:srgbClr val="EDEC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04495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4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"State Fund confidential and proprietary information should only be used in private AI models managed by State Fund. This includes Personally Identifiable Information (PII)..."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023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IN SUBMISSION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60120" y="4315968"/>
            <a:ext cx="5943600" cy="685800"/>
          </a:xfrm>
          <a:prstGeom prst="roundRect">
            <a:avLst>
              <a:gd name="adj" fmla="val 6667"/>
            </a:avLst>
          </a:prstGeom>
          <a:solidFill>
            <a:srgbClr val="FAFAF8"/>
          </a:solidFill>
          <a:ln w="9525">
            <a:solidFill>
              <a:srgbClr val="EDEC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436168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4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data_touched: "claimant personally identifiable information, medical bill extracts" — contains_pii: true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120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during intake · submitter response: acknowledged, proceeding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2011680"/>
            <a:ext cx="310896" cy="310896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352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first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Highest-stakes rules (PII, external sharing, automated decisions) are plain C# — zero model variance, asked explicitly, never inferred.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3310128"/>
            <a:ext cx="310896" cy="310896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3524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3264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LLM-judged second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63016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Principles-level rules evaluated by a model that must cite exactly — citations are verified byte-for-byte or the flag is rejected.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4608576"/>
            <a:ext cx="310896" cy="310896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35240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562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uncertainty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4928616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 sure" is recorded as unknown — it routes to an open question, never fires a violation.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end-to-end today on synthetic data — seams marked where Azure resources plug 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3911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— single front door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03911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· intake chat · supervisor · EA · CoE &amp; portfolio tabs (Entra role-shaped)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52344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82549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agent + tool endpoints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82549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agent (requested) calling live check_rules / find_similar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38728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61188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Functions orchestrator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61188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documented status machine as code — waits for human decisions, enforces SLAs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39826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+ sealing activities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39826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 · rules engine with citations · Azure OpenAI checks (requested)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111496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18464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datastore + events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18464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+ pgvector (requested) · transactional outbox → Event Grid → OneTrust, Oro, future tenants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0116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locally: validator, rules engine, sealed envelopes, full UI demo, data layer design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36576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AE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4023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OpenAI, Postgres, Foundry — asks in flight; every seam is built and marked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it runs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deliberately problematic idea, straight through the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7498080" cy="3246120"/>
          </a:xfrm>
          <a:prstGeom prst="roundRect">
            <a:avLst>
              <a:gd name="adj" fmla="val 2817"/>
            </a:avLst>
          </a:prstGeom>
          <a:solidFill>
            <a:srgbClr val="16233B"/>
          </a:solidFill>
          <a:ln/>
          <a:effectLst>
            <a:outerShdw sx="100000" sy="100000" kx="0" ky="0" algn="bl" rotWithShape="0" blurRad="101600" dist="38100" dir="5400000">
              <a:srgbClr val="16233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2121408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212140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423160"/>
            <a:ext cx="6949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.\demo.ps1  — kitchen-sink submission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record: schema-valid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flags: 3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AC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[AI-AP-01] contains_pii: true — claimant PII, medical extracts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AC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[AI-AP-02] shared_externally + restricted_by_contract: true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AC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[AI-AP-03] Claims + output_reviewer: automated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llm_judged pending: AI-GOV-02, 03, 04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envelope: schema-valid  (validated against its own schema)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wrote output\...-envelope.json   status: supervisor_review_pending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257860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green — incl. the tri-state "unsure" null case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3291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95020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citations, each quoting rule + submitter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663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532180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on the clean-record baseline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fixed before they're submitted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flagging inside the conversation — confirmed as the build target after a live design review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852160" cy="4023360"/>
          </a:xfrm>
          <a:prstGeom prst="roundRect">
            <a:avLst>
              <a:gd name="adj" fmla="val 2273"/>
            </a:avLst>
          </a:prstGeom>
          <a:solidFill>
            <a:srgbClr val="F6F7F9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1F4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2311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data include personally identifiable information?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2871216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2F6F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29077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claimant PII and medical bill extracts.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584448"/>
            <a:ext cx="4663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84448"/>
            <a:ext cx="64008" cy="1417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6758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Reviewers will look at this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05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C24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"...only be used in private AI models managed by State Fund..."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553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Adjust my answer ]  </a:t>
            </a:r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Note it &amp; continue 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257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 send messages — the conversation stays the single source of interaction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in-chat, authoritative at sealing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235000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checks run live as a courtesy, then once more as the stamped record — advice can be generous, the seal is exact.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291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travel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67588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Adjusted, or acknowledged-and-proceeding — the submitter's choice on every flag is recorded and shown to every reviewer.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die early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500176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prior ideas surface with outcomes; linking to one closes the idea before anyone spends review time.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app, five seats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front door; what you see follows your role — designed, reviewed decision-by-decision, and demoed interactively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623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04288"/>
            <a:ext cx="384048" cy="82296"/>
          </a:xfrm>
          <a:prstGeom prst="rect">
            <a:avLst/>
          </a:prstGeom>
          <a:solidFill>
            <a:srgbClr val="2F6FD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Submissions + chat; status of every idea; feedback on the experience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6233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304288"/>
            <a:ext cx="384048" cy="82296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24871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880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queue; full record — accountability grants access; declines require reasons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6233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2304288"/>
            <a:ext cx="384048" cy="82296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24871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reviewer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880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Oldest-first queue with SLA countdowns; verdicts resume the workflow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39776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6233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34640" y="4270248"/>
            <a:ext cx="38404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834640" y="4453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4846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analytics: demand by BU, category, capability — live, not quarterly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6233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270248"/>
            <a:ext cx="384048" cy="82296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4453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leadership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846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unified datastore visible: every idea, status, flag, and reason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these surfaces — the supervisor gate and the leadership views — were gaps I found and designed during review.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banked along the 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reviews with my manager, Enterprise Architecture, and the AI Hub — each closed real questions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039112"/>
            <a:ext cx="310896" cy="310896"/>
          </a:xfrm>
          <a:prstGeom prst="ellipse">
            <a:avLst/>
          </a:prstGeom>
          <a:solidFill>
            <a:srgbClr val="EDF7F0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72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flagging confirmed as the build target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Prototyped the experience; manager confirmed after live walkthrough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752344"/>
            <a:ext cx="310896" cy="310896"/>
          </a:xfrm>
          <a:prstGeom prst="ellipse">
            <a:avLst/>
          </a:prstGeom>
          <a:solidFill>
            <a:srgbClr val="EDF7F0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72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791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EA-declines-before-Hub ratified by the Hub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679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Infeasible ideas exit early — counted, never lost; reversible by config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465576"/>
            <a:ext cx="310896" cy="310896"/>
          </a:xfrm>
          <a:prstGeom prst="ellipse">
            <a:avLst/>
          </a:prstGeom>
          <a:solidFill>
            <a:srgbClr val="EDF7F0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72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9242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 is human-confirmed, never automatic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3924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surfaces matches; only people close ideas as duplicates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310896" cy="310896"/>
          </a:xfrm>
          <a:prstGeom prst="ellipse">
            <a:avLst/>
          </a:prstGeom>
          <a:solidFill>
            <a:srgbClr val="EDF7F0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72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0565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SLAs set: EA 1 day + Hub 4 days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4105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config values matching current totals; tighten later with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892040"/>
            <a:ext cx="310896" cy="310896"/>
          </a:xfrm>
          <a:prstGeom prst="ellipse">
            <a:avLst/>
          </a:prstGeom>
          <a:solidFill>
            <a:srgbClr val="EDF7F0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72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8188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Hub's OneTrust workflow unchanged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8188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receive exactly the fields they selected — zero disruption to adopt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605272"/>
            <a:ext cx="310896" cy="310896"/>
          </a:xfrm>
          <a:prstGeom prst="ellipse">
            <a:avLst/>
          </a:prstGeom>
          <a:solidFill>
            <a:srgbClr val="EDF7F0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72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5321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rule gap disclosed, fix proposed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5532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AP-03 triggers on submitter's unit, not decision domain — documented with a test that flips when fixed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Sequenced so each Azure grant converts a marked seam into a working integration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E8ECF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→ my last week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Orchestrator: status machine → Durable Functions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v12: confirmed envelope additions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checks live the day OpenAI access lands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2860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phase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9718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build of the demoed UI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+ pgvector wired via existing interfaces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OneTrust write-back binds to published events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2860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DF6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vision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9718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board reporting from the CoE view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(complexity / benefit) on the reserved seams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intake — EPMO rides the same rails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documented to be picked up: versioned schemas and prompts, a written status machine, decision history with reasons, runnable demos, and a handoff guide.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internship taught 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22334F"/>
          </a:solidFill>
          <a:ln w="9525">
            <a:solidFill>
              <a:srgbClr val="3A4A6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892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AC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spec, then the system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3317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Schemas, prompts, and the status machine were versioned artifacts before code — so every build day was transcription, not invention.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9164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22334F"/>
          </a:solidFill>
          <a:ln w="9525">
            <a:solidFill>
              <a:srgbClr val="3A4A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892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AC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C#, from zero to tested pipeline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3317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language, new stack: validator, rules engine, POCOs, data layer — all test-covered, all tagged.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22334F"/>
          </a:solidFill>
          <a:ln w="9525">
            <a:solidFill>
              <a:srgbClr val="3A4A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36758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AC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is finding the missing screen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114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supervisor gate had a state but no surface; leadership had questions but no view. Review found both.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47472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22334F"/>
          </a:solidFill>
          <a:ln w="9525">
            <a:solidFill>
              <a:srgbClr val="3A4A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36758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AC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is an engineering feature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114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Tri-state 'unsure', stubs labeled as stubs, a flaw disclosed with its fix — trust came from what the system admits.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Danny, the EA team, the AI Hub, and everyone who answered a question or sat through a demo.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80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— or a live run?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2026-09-02T18:05:10Z</dcterms:created>
  <dcterms:modified xsi:type="dcterms:W3CDTF">2026-09-02T18:05:10Z</dcterms:modified>
</cp:coreProperties>
</file>